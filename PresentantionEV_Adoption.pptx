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A7E0-244D-D27E-F11E-214127F6D0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042E4F-6527-1E9B-0D29-6B2288D196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57864-7CB2-D8B5-724A-CC7DE6A19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9558-1C25-4B84-8B2A-BC68C4A0CDF1}" type="datetimeFigureOut">
              <a:rPr lang="en-IE" smtClean="0"/>
              <a:t>14/04/2026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C6D7F-9AC4-8A49-5CDB-29ADF60AB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0F1CB-2A93-EC6C-7A33-A14D0BCAF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F89ED-F798-42B5-A70E-8198F8C9B27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57560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1EFD8-8A49-E3AA-8E2B-F8F7EEDE4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7FDFF-FD19-C19F-EAD4-1BDC350DD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308A0-69BA-6D69-ED79-AC7C98AA6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9558-1C25-4B84-8B2A-BC68C4A0CDF1}" type="datetimeFigureOut">
              <a:rPr lang="en-IE" smtClean="0"/>
              <a:t>14/04/2026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E671D5-0ECF-11D4-9B10-5988A8221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1FFD61-2BC8-033A-15D2-97C984E54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F89ED-F798-42B5-A70E-8198F8C9B27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2776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6E285-5253-1BFD-DBF8-E72E4ACA1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F04FE-2A8F-C755-66C9-76D78331D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56F10-771F-163A-3366-BCFA8C138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9558-1C25-4B84-8B2A-BC68C4A0CDF1}" type="datetimeFigureOut">
              <a:rPr lang="en-IE" smtClean="0"/>
              <a:t>14/04/2026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C5F290-F994-01D4-B361-74BF08292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B867AB-CB79-6D70-20B6-34B859B4C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F89ED-F798-42B5-A70E-8198F8C9B27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5832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EC36B-7398-9F2B-AF48-36CB55AEB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19CC9-704A-AA9E-51C5-D3C8B31029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982AB2-8017-1696-A32E-3F3200B89A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74C955-157E-E7A3-842A-CD290684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9558-1C25-4B84-8B2A-BC68C4A0CDF1}" type="datetimeFigureOut">
              <a:rPr lang="en-IE" smtClean="0"/>
              <a:t>14/04/2026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8D43FF-8BD5-6C4D-A52D-EFF9BD6D6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CA8DFE-FDDA-DC4A-787F-ACE34F55E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F89ED-F798-42B5-A70E-8198F8C9B27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69911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C0B7D-9999-AE96-3727-6F2F0C28B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9E21EE-BE36-0FFE-A700-600EA2465A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7746E5-858C-E2C5-A574-A6C4A8C092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4160A7-ADED-396F-3BD1-FA0A979131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D6C6D5-8F39-2717-96FC-105BCAE83E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D6BFD7-43DD-2EBE-6382-3B3D2D8F9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9558-1C25-4B84-8B2A-BC68C4A0CDF1}" type="datetimeFigureOut">
              <a:rPr lang="en-IE" smtClean="0"/>
              <a:t>14/04/2026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0935C5-D91A-FDCF-3FD5-713C436F1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33E6B9-543D-916F-D9DB-819F5A19F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F89ED-F798-42B5-A70E-8198F8C9B27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81309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68D30-8A52-0609-14CC-9622EBF83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5D9611-5800-259A-BB43-E58B858F8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9558-1C25-4B84-8B2A-BC68C4A0CDF1}" type="datetimeFigureOut">
              <a:rPr lang="en-IE" smtClean="0"/>
              <a:t>14/04/2026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7D72D3-5745-05A3-3A0E-614D61F0A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F0B51D-86C0-B01C-017A-AF055B79A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F89ED-F798-42B5-A70E-8198F8C9B27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942319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98A4DF-57CE-5381-2369-AE1F86BFA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9558-1C25-4B84-8B2A-BC68C4A0CDF1}" type="datetimeFigureOut">
              <a:rPr lang="en-IE" smtClean="0"/>
              <a:t>14/04/2026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54262B-018E-196B-FB4D-E6F24778A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6BE527-9AB7-261C-42C2-5937AF74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F89ED-F798-42B5-A70E-8198F8C9B27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87227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619C4-6A8F-BE38-D233-03C2FF4F0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41789-C660-84B3-064E-A4851F858A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30F7BE-0976-FA47-D02C-9598B32A3F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852F4-F428-0794-90BA-5035CB226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9558-1C25-4B84-8B2A-BC68C4A0CDF1}" type="datetimeFigureOut">
              <a:rPr lang="en-IE" smtClean="0"/>
              <a:t>14/04/2026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63D6F0-7448-BF47-0D08-67C4ECA75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C383E8-5BBE-9BD9-416B-CB440BF01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F89ED-F798-42B5-A70E-8198F8C9B27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98133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F2EEE-63C1-8B82-545E-8AA4C365E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20C5E-2F27-FC42-8F3F-2058131CFA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C3ED19-529F-7122-0AA2-8DCB8834BD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40E93C-2AB4-6E98-0847-5D9CE9B03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9558-1C25-4B84-8B2A-BC68C4A0CDF1}" type="datetimeFigureOut">
              <a:rPr lang="en-IE" smtClean="0"/>
              <a:t>14/04/2026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7AAAB8-1BFC-8241-E5A5-A866E40DD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0899D7-3A3A-AA86-5B49-EEDECF9E1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F89ED-F798-42B5-A70E-8198F8C9B27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66520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83086-B23A-5601-9D79-F8B5949DF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4EE11D-0613-CA13-CD93-7B5159148D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F70F01-2A95-A1F5-5A16-472ECB884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9558-1C25-4B84-8B2A-BC68C4A0CDF1}" type="datetimeFigureOut">
              <a:rPr lang="en-IE" smtClean="0"/>
              <a:t>14/04/2026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A7C2A0-DD57-607E-FD12-8878F472F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1E76E6-C33A-3031-2566-5A13A2896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F89ED-F798-42B5-A70E-8198F8C9B27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56968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9B0246-1388-D4DA-627E-0D55FC39C0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6BA534-4C1F-6D99-DD12-BE37730B9E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EC05E3-4785-AB53-4F32-52B649803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9558-1C25-4B84-8B2A-BC68C4A0CDF1}" type="datetimeFigureOut">
              <a:rPr lang="en-IE" smtClean="0"/>
              <a:t>14/04/2026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A3DFE-A426-5E6E-FBEB-D563F9F36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37D22-1ADC-DE40-D950-923FB8C03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F89ED-F798-42B5-A70E-8198F8C9B27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4362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D41547-C8E1-BDAF-A2F8-67FB52011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CA8880-9EFD-75F3-3C04-C472752CB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4CCC2-0822-3A61-F248-73D694EE61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A29558-1C25-4B84-8B2A-BC68C4A0CDF1}" type="datetimeFigureOut">
              <a:rPr lang="en-IE" smtClean="0"/>
              <a:t>14/04/2026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09D5D-05ED-01EC-C911-BF368CB737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E251D2-A64C-C5E6-D3A0-0C11EB4742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7F89ED-F798-42B5-A70E-8198F8C9B27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24736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AF5CE-8359-069C-780E-D047F7D4FE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656774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Guilherme Franco Munhoz</dc:creator>
  <cp:lastModifiedBy>Guilherme Franco Munhoz</cp:lastModifiedBy>
  <cp:revision>2</cp:revision>
  <dcterms:created xsi:type="dcterms:W3CDTF">2026-04-14T19:27:42Z</dcterms:created>
  <dcterms:modified xsi:type="dcterms:W3CDTF">2026-04-14T19:29:31Z</dcterms:modified>
</cp:coreProperties>
</file>